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28016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  <a:latin typeface="Noto Sans JP"/>
              </a:rPr>
              <a:t>MNP × 激安不動産投資 JVコンサル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oto Sans JP"/>
              </a:rPr>
              <a:t>MNP × 激安不動産投資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4C"/>
                </a:solidFill>
                <a:latin typeface="Noto Sans JP"/>
              </a:rPr>
              <a:t>自己資金ゼロから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4C"/>
                </a:solidFill>
                <a:latin typeface="Noto Sans JP"/>
              </a:rPr>
              <a:t>年利100%超えの不動産オーナーへ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50292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Noto Sans JP"/>
              </a:rPr>
              <a:t>富岡信成（税理士）× 池田宜史（MNP歴12年・指導500名超）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  <a:latin typeface="Noto Sans JP"/>
              </a:rPr>
              <a:t>対象: 不動産投資未経験のサラリーマン・副業で資産形成したい方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FC3F7"/>
                </a:solidFill>
                <a:latin typeface="Noto Sans JP"/>
              </a:rPr>
              <a:t>本日の内容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430000" cy="13716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6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MNPで 0 → 1 の資金を作る（池田パート）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携帯乗り換えで数十万円の資金を作る再現性の高い手法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1430000" cy="13716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73152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41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激安不動産投資の全貌（富岡パート）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0円〜30万円の激安物件で年利100%超えを狙う方法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11430000" cy="13716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73152" cy="1371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95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メンバー実績 &amp; オファー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リアルな成果事例 + 限定コンサルのご案内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Noto Sans JP"/>
              </a:rPr>
              <a:t>MNPで「0→1」の資金を作る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Noto Sans JP"/>
              </a:rPr>
              <a:t>池田宜史 監修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B2D"/>
                </a:solidFill>
                <a:latin typeface="Noto Sans JP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MNP（携帯番号ポータビリティ）= キャリア乗り換えで発生するキャッシュバックを活用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399"/>
            <a:ext cx="36576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15467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B2D"/>
                </a:solidFill>
                <a:latin typeface="Noto Sans JP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12年間・500名超の指導実績がある再現性の高い手法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023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B2D"/>
                </a:solidFill>
                <a:latin typeface="Noto Sans JP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貯金ゼロでも短期間に数十万円の現金を生み出せる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36576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892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B2D"/>
                </a:solidFill>
                <a:latin typeface="Noto Sans JP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不動産投資の「最初の元手」を用意するための最速ルート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MNP 実践ステップ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21945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Noto Sans JP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現在のキャリアを確認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docomo / au / SoftBank → 乗り換え先候補を選定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5486400" cy="21945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Noto Sans JP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キャッシュバック条件を精査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端末・プラン・オプションを組み合わせ最大化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34440"/>
            <a:ext cx="5486400" cy="21945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Noto Sans JP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手続き実行（最短1日）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店頭またはオンラインで手続き完了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5486400" cy="21945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79476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Noto Sans JP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キャッシュバック受取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数万円〜最大30万円超の現金・ポイントを獲得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MNPで作れる資金の目安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C9A84C"/>
                </a:solidFill>
                <a:latin typeface="Noto Sans JP"/>
              </a:rPr>
              <a:t>数十万円〜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Noto Sans JP"/>
              </a:rPr>
              <a:t>短期間で現金化できる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75888"/>
            <a:ext cx="127000" cy="12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• 貯金ゼロでもスタートできる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61688"/>
            <a:ext cx="127000" cy="12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• 本業・副業と並行して実施可能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47488"/>
            <a:ext cx="127000" cy="12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• これが不動産投資の「最初の種銭」になる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33288"/>
            <a:ext cx="127000" cy="127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JP"/>
              </a:rPr>
              <a:t>• 池田が12年間・500名超に指導した再現性の高い方法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  <a:latin typeface="Noto Sans JP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oto Sans JP"/>
              </a:rPr>
              <a:t>激安不動産投資の全貌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富岡信成（税理士）監修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566160" cy="39319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56616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FC3F7"/>
                </a:solidFill>
                <a:latin typeface="Noto Sans JP"/>
              </a:rPr>
              <a:t>ゼロ円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Noto Sans JP"/>
              </a:rPr>
              <a:t>〜30万円以下の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oto Sans JP"/>
              </a:rPr>
              <a:t>激安取得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566160" cy="39319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356616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FC3F7"/>
                </a:solidFill>
                <a:latin typeface="Noto Sans JP"/>
              </a:rPr>
              <a:t>利回り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Noto Sans JP"/>
              </a:rPr>
              <a:t>100%〜436%の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oto Sans JP"/>
              </a:rPr>
              <a:t>超高回転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286000"/>
            <a:ext cx="3566160" cy="39319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56616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FC3F7"/>
                </a:solidFill>
                <a:latin typeface="Noto Sans JP"/>
              </a:rPr>
              <a:t>税理士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Noto Sans JP"/>
              </a:rPr>
              <a:t>サポートによる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oto Sans JP"/>
              </a:rPr>
              <a:t>キャッシュ最大化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0円物件の実例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所在地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青森県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築年数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35年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間取り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5DK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土地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350平米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建物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110平米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Noto Sans JP"/>
              </a:rPr>
              <a:t>取得価格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FC3F7"/>
                </a:solidFill>
                <a:latin typeface="Noto Sans JP"/>
              </a:rPr>
              <a:t>0 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Noto Sans JP"/>
              </a:rPr>
              <a:t>（手続き費用 約9万円のみ）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840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Noto Sans JP"/>
              </a:rPr>
              <a:t>売却価格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Noto Sans JP"/>
              </a:rPr>
              <a:t>145万円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Noto Sans JP"/>
              </a:rPr>
              <a:t>写真を撮っただけ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490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Noto Sans JP"/>
              </a:rPr>
              <a:t>利益 約130万円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JP"/>
              </a:rPr>
              <a:t>利益構造：なぜ初心者でも勝てるのか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38328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38328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C3F7"/>
                </a:solidFill>
                <a:latin typeface="Noto Sans JP"/>
              </a:rPr>
              <a:t>0〜30万円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Noto Sans JP"/>
              </a:rPr>
              <a:t>激安取得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08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Noto Sans JP"/>
              </a:rPr>
              <a:t>家賃収入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Noto Sans JP"/>
              </a:rPr>
              <a:t>月3〜5万円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38328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3832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Noto Sans JP"/>
              </a:rPr>
              <a:t>売却益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Noto Sans JP"/>
              </a:rPr>
              <a:t>数十〜100万円以上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106424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Noto Sans JP"/>
              </a:rPr>
              <a:t>利益を再投資 → 物件を増やす → 資産が雪だるま式に拡大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• 何千万ものローン不要 → リスクが桁違いに低い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• 最悪でも「元値に少し上乗せ売却」で損切り可能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5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• 税理士が税務コスト最小化 → 手取りを最大化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戸建て賃貸が最強な理由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Noto Sans JP"/>
              </a:rPr>
              <a:t>競合ゼロ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Noto Sans JP"/>
              </a:rPr>
              <a:t>相場の半値で貸せばすぐ埋まる
アパート1室分の家賃で「戸建て丸ごと」に住める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2286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Noto Sans JP"/>
              </a:rPr>
              <a:t>管理ラク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Noto Sans JP"/>
              </a:rPr>
              <a:t>入居者が自分で庭掃除 → 管理業者すら不要なケースも
退去も少なく長期安定収入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48640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73152" cy="2286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Noto Sans JP"/>
              </a:rPr>
              <a:t>税務有利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Noto Sans JP"/>
              </a:rPr>
              <a:t>減価償却・経費計上で課税所得を圧縮
税理士サポートで手取りを最大化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5486400" cy="2286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73152" cy="2286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Noto Sans JP"/>
              </a:rPr>
              <a:t>出口自由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Noto Sans JP"/>
              </a:rPr>
              <a:t>賃貸でも売却でも選べる
利回り投資家に売れば数十万〜百万超の売却益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全国にチャンスは眠っている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  <a:latin typeface="Noto Sans JP"/>
              </a:rPr>
              <a:t>日本全国の「放置・空き家」が狙い目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Noto Sans JP"/>
              </a:rPr>
              <a:t>全国の空き家数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900万戸以上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097280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Noto Sans JP"/>
              </a:rPr>
              <a:t>空き家率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過去最高水準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097280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Noto Sans JP"/>
              </a:rPr>
              <a:t>対象エリア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Noto Sans JP"/>
              </a:rPr>
              <a:t>東京都心・大阪・名古屋 中心部以外の全国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Noto Sans JP"/>
              </a:rPr>
              <a:t>「田舎は借り手がいない」は思い込み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Noto Sans JP"/>
              </a:rPr>
              <a:t>→ 相場の半値で出せば、すぐに入居者が決まる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Noto Sans JP"/>
              </a:rPr>
              <a:t>メンバー実績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  <a:latin typeface="Noto Sans JP"/>
              </a:rPr>
              <a:t>年間利益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84C"/>
                </a:solidFill>
                <a:latin typeface="Noto Sans JP"/>
              </a:rPr>
              <a:t>100万〜300万円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  <a:latin typeface="Noto Sans JP"/>
              </a:rPr>
              <a:t>利回り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231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4FC3F7"/>
                </a:solidFill>
                <a:latin typeface="Noto Sans JP"/>
              </a:rPr>
              <a:t>100%〜436%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Noto Sans JP"/>
              </a:rPr>
              <a:t>全員が不動産投資「初心者」 ／ 全員が30万円以下でスタート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Noto Sans JP"/>
              </a:rPr>
              <a:t>事例紹介 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53949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事例A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Tさん（40代・会社員・東京）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Noto Sans JP"/>
              </a:rPr>
              <a:t>初期投資 約50万円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5029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Noto Sans JP"/>
              </a:rPr>
              <a:t>1年間で利益 300万円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Noto Sans JP"/>
              </a:rPr>
              <a:t>「富岡さんが『この物件はOK』『これは見送り』と判断してくれるから安心して進められました」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486400" cy="53949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事例B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Mさん（30代・主婦・子育て中）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Noto Sans JP"/>
              </a:rPr>
              <a:t>18万円で戸建て取得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43200"/>
            <a:ext cx="5029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Noto Sans JP"/>
              </a:rPr>
              <a:t>家賃3.3万円 / 利回り220%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Noto Sans JP"/>
              </a:rPr>
              <a:t>「18万円の投資で年間39.6万円の収入。パートの月収を超えちゃいました」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Noto Sans JP"/>
              </a:rPr>
              <a:t>事例紹介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4114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事例C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Noto Sans JP"/>
              </a:rPr>
              <a:t>Kさん（60代・定年退職後）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FC3F7"/>
                </a:solidFill>
                <a:latin typeface="Noto Sans JP"/>
              </a:rPr>
              <a:t>取得価格 0円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194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Noto Sans JP"/>
              </a:rPr>
              <a:t>利回り 300%超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  <a:latin typeface="Noto Sans JP"/>
              </a:rPr>
              <a:t>「0円で家が手に入るなんて信じられなかった。でも実際にできてしまった。
税理士の富岡さんが税金面もアドバイスしてくれるから、手取りを最大化できています」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3657600" cy="1097280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486400"/>
            <a:ext cx="3657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Noto Sans JP"/>
              </a:rPr>
              <a:t>事例D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10万円取得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Noto Sans JP"/>
              </a:rPr>
              <a:t>年利 124%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5486400"/>
            <a:ext cx="3657600" cy="1097280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5486400"/>
            <a:ext cx="3657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Noto Sans JP"/>
              </a:rPr>
              <a:t>事例E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1万円取得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Noto Sans JP"/>
              </a:rPr>
              <a:t>年利 436%（!）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5486400"/>
            <a:ext cx="3657600" cy="1097280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5486400"/>
            <a:ext cx="3657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Noto Sans JP"/>
              </a:rPr>
              <a:t>事例F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30万円取得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Noto Sans JP"/>
              </a:rPr>
              <a:t>リフォームなし売却益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Noto Sans JP"/>
              </a:rPr>
              <a:t>メンバー実績一覧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5603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取得価格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43000"/>
            <a:ext cx="320040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月家賃 / 売却益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25603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年利回り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143000"/>
            <a:ext cx="30175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JP"/>
              </a:rPr>
              <a:t>状態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556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645920"/>
            <a:ext cx="320040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755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家賃 3.3万円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556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300%超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645920"/>
            <a:ext cx="30175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7556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入居付け成功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9152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1万円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359152"/>
            <a:ext cx="320040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家賃 3.3万円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59152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436%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359152"/>
            <a:ext cx="30175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安定稼働中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72384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82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10万円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072384"/>
            <a:ext cx="320040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1821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家賃収入あり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72384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182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124%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3072384"/>
            <a:ext cx="30175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1821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安定稼働中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85615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895343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18万円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785615"/>
            <a:ext cx="320040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389534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家賃 3.3万円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785615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95343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220%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785615"/>
            <a:ext cx="30175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389534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入居付け成功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498848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0857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30万円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4498848"/>
            <a:ext cx="320040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460857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家賃収入あり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498848"/>
            <a:ext cx="25603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60857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150%超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4498848"/>
            <a:ext cx="3017520" cy="6858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46085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賃貸中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212080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3218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50万円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5212080"/>
            <a:ext cx="320040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53218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年間利益 300万円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212080"/>
            <a:ext cx="25603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53218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Noto Sans JP"/>
              </a:rPr>
              <a:t>600%超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5212080"/>
            <a:ext cx="3017520" cy="685800"/>
          </a:xfrm>
          <a:prstGeom prst="rect">
            <a:avLst/>
          </a:prstGeom>
          <a:solidFill>
            <a:srgbClr val="07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5321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1年間の実績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Noto Sans JP"/>
              </a:rPr>
              <a:t>※ 全員が不動産投資初心者  ※ グループ開始2年未満の実績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Noto Sans JP"/>
              </a:rPr>
              <a:t>自己資金ゼロから不動産オーナーへのロードマップ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0312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031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Noto Sans JP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JP"/>
              </a:rPr>
              <a:t>MNPで資金調達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Noto Sans JP"/>
              </a:rPr>
              <a:t>携帯乗り換えキャッシュバック
→ 数十万円を短期で現金化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280160"/>
            <a:ext cx="210312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280160"/>
            <a:ext cx="21031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Noto Sans JP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JP"/>
              </a:rPr>
              <a:t>激安物件を探す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6032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Noto Sans JP"/>
              </a:rPr>
              <a:t>全国の放置物件・0〜30万円
オンラインで物件検討可能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10312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280160"/>
            <a:ext cx="21031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Noto Sans JP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JP"/>
              </a:rPr>
              <a:t>専門家と物件判断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56032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Noto Sans JP"/>
              </a:rPr>
              <a:t>富岡が「買い/見送り」を判定
初心者でも失敗しにくい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280160"/>
            <a:ext cx="210312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280160"/>
            <a:ext cx="21031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Noto Sans JP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JP"/>
              </a:rPr>
              <a:t>貸す or 売る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256032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Noto Sans JP"/>
              </a:rPr>
              <a:t>相場半値で即入居 / 売却益
年利100〜436%を狙う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79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Noto Sans JP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280160"/>
            <a:ext cx="2103120" cy="4389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280160"/>
            <a:ext cx="210312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Noto Sans JP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JP"/>
              </a:rPr>
              <a:t>利益を再投資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560320"/>
            <a:ext cx="1920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Noto Sans JP"/>
              </a:rPr>
              <a:t>雪だるま式に物件を増やす
不動産オーナーへ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【ご案内】MNP × 激安不動産投資 コンサルティング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Noto Sans JP"/>
              </a:rPr>
              <a:t>含まれる内容 6項目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激安不動産投資の完全コンテンツ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物件探し・購入方法（10種類以上）・入居付け・売却交渉 を網羅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月1回のZoom勉強会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9806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最新市場動向・成功事例・Q&amp;Aをライブで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55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バンドグループでの質問サポート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02736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24時間以内に回答 → 一人で悩む時間ゼロ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14216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2394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59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物件購入相談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資料を送れば税理士の目で「買い/見送り」を判断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18888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286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64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税務アドバイス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120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確定申告・経費計上・キャッシュフロー最大化を税理士がサポート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11247120" cy="749808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7332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Noto Sans JP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MNP初期資金構築プログラム（池田宜史監修）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01675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Noto Sans JP"/>
              </a:rPr>
              <a:t>自己資金ゼロから始められる資金作りを完全サポート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Noto Sans JP"/>
              </a:rPr>
              <a:t>この価値、いくらに相当するか？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0" cy="12344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一般的な不動産投資スクール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C9A84C"/>
                </a:solidFill>
                <a:latin typeface="Noto Sans JP"/>
              </a:rPr>
              <a:t>100万〜300万円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「知識」だけで物件相談なし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12344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税理士顧問料（年間）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06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C9A84C"/>
                </a:solidFill>
                <a:latin typeface="Noto Sans JP"/>
              </a:rPr>
              <a:t>30万〜50万円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税務アドバイスのみ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0972800" cy="12344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JP"/>
              </a:rPr>
              <a:t>MNP指導（個別コーチング）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977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C9A84C"/>
                </a:solidFill>
                <a:latin typeface="Noto Sans JP"/>
              </a:rPr>
              <a:t>数十万円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Noto Sans JP"/>
              </a:rPr>
              <a:t>資金作りのみ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097280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  <a:latin typeface="Noto Sans JP"/>
              </a:rPr>
              <a:t>合計すれば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257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C9A84C"/>
                </a:solidFill>
                <a:latin typeface="Noto Sans JP"/>
              </a:rPr>
              <a:t>300万円以上の価値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JP"/>
              </a:rPr>
              <a:t>ご案内プラン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1206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4C"/>
                </a:solidFill>
                <a:latin typeface="Noto Sans JP"/>
              </a:rPr>
              <a:t>プラン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C9A84C"/>
                </a:solidFill>
                <a:latin typeface="Noto Sans JP"/>
              </a:rPr>
              <a:t>98万円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期間: 12ヶ月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472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物件購入相談: 30回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22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Zoom勉強会（月1回）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982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バンドグループサポート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73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税務アドバイス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MNP資金構築プログラム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51206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39496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C3F7"/>
                </a:solidFill>
                <a:latin typeface="Noto Sans JP"/>
              </a:rPr>
              <a:t>プラン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FC3F7"/>
                </a:solidFill>
                <a:latin typeface="Noto Sans JP"/>
              </a:rPr>
              <a:t>59.8万円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期間: 6ヶ月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472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物件購入相談: 10回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22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Zoom勉強会（月1回）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982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バンドグループサポート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73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税務アドバイス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49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MNP資金構築プログラム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JP"/>
              </a:rPr>
              <a:t>98万円は「コスト」ではなく「投資」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  <a:latin typeface="Noto Sans JP"/>
              </a:rPr>
              <a:t>ちょっと計算してみてください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4206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Noto Sans JP"/>
              </a:rPr>
              <a:t>最悪のケース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Noto Sans JP"/>
              </a:rPr>
              <a:t>1年以内に回収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メンバー平均下限の
年間利益 100万円 &gt; 投資額 98万円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566160" cy="4206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5661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Noto Sans JP"/>
              </a:rPr>
              <a:t>標準ケース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Noto Sans JP"/>
              </a:rPr>
              <a:t>1.5〜2倍のリターン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年間利益 150〜200万円
余剰で次の物件に再投資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566160" cy="4206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5661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Noto Sans JP"/>
              </a:rPr>
              <a:t>最良のケース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Noto Sans JP"/>
              </a:rPr>
              <a:t>3倍以上のリターン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37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Noto Sans JP"/>
              </a:rPr>
              <a:t>年間利益 300万円
2年で600万円の資産形成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C9A84C"/>
                </a:solidFill>
                <a:latin typeface="Noto Sans JP"/>
              </a:rPr>
              <a:t>しかも身についたスキルは「一生使える資産」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JP"/>
              </a:rPr>
              <a:t>重要なお知らせ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00" cy="2560320"/>
          </a:xfrm>
          <a:prstGeom prst="rect">
            <a:avLst/>
          </a:prstGeom>
          <a:solidFill>
            <a:srgbClr val="1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0972800" cy="7315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JP"/>
              </a:rPr>
              <a:t>個別相談（ロードマップ作成会）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5555"/>
                </a:solidFill>
                <a:latin typeface="Noto Sans JP"/>
              </a:rPr>
              <a:t>月 10名 限定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Noto Sans JP"/>
              </a:rPr>
              <a:t>一人一人の物件相談にしっかり時間をかけるため
大量受け入れは行いません。枠が埋まり次第、次回募集は未定。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Noto Sans JP"/>
              </a:rPr>
              <a:t>よくある疑問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Q: 初心者でも大丈夫？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3434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Noto Sans JP"/>
              </a:rPr>
              <a:t>→ 大丈夫。事例全員が初心者でした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01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Q: 自己資金がない？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00176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Noto Sans JP"/>
              </a:rPr>
              <a:t>→ MNPで種銭を作るのがこのプログラムの核心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0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oto Sans JP"/>
              </a:rPr>
              <a:t>Q: 忙しい会社員でも？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660136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Noto Sans JP"/>
              </a:rPr>
              <a:t>→ スキマ時間+専門家サポートで本業と両立できます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  <a:latin typeface="Noto Sans JP"/>
              </a:rPr>
              <a:t>まずは無料でお試しください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Noto Sans JP"/>
              </a:rPr>
              <a:t>ロードマップ作成会（個別相談）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Noto Sans JP"/>
              </a:rPr>
              <a:t>完全無料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Noto Sans JP"/>
              </a:rPr>
              <a:t>• あなたの現在の資産・収入状況をヒアリング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Noto Sans JP"/>
              </a:rPr>
              <a:t>• MNP × 激安不動産投資でどう進めるかを個別設計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6849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Noto Sans JP"/>
              </a:rPr>
              <a:t>• セミナーでは話しきれなかった具体的な数字・プランをご提示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1830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Noto Sans JP"/>
              </a:rPr>
              <a:t>• 「今すぐ始められるか」「まだ準備が必要か」を正直にお伝えします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1097280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C3F7"/>
                </a:solidFill>
                <a:latin typeface="Noto Sans JP"/>
              </a:rPr>
              <a:t>富岡信成 × 池田宜史 が直接対応します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CCCC"/>
                </a:solidFill>
                <a:latin typeface="Noto Sans JP"/>
              </a:rPr>
              <a:t>枠は限られています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5555"/>
                </a:solidFill>
                <a:latin typeface="Noto Sans JP"/>
              </a:rPr>
              <a:t>月10名 限定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8036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Noto Sans JP"/>
              </a:rPr>
              <a:t>• 一人一人の物件を直接確認するため、大量受け入れは不可能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Noto Sans JP"/>
              </a:rPr>
              <a:t>• 税理士の富岡が個別に税務も見るため、クオリティを落とせない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Noto Sans JP"/>
              </a:rPr>
              <a:t>• 枠が埋まり次第、次回募集は「未定」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Noto Sans JP"/>
              </a:rPr>
              <a:t>「後で」は存在しないかもしれません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Noto Sans JP"/>
              </a:rPr>
              <a:t>申込方法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Noto Sans JP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JP"/>
              </a:rPr>
              <a:t>下のQRコード / URLにアクセス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4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ロードマップ作成会の申込フォームへ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73152" cy="10972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Noto Sans JP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JP"/>
              </a:rPr>
              <a:t>お名前・連絡先を入力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92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24時間以内にご連絡します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124712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73152" cy="10972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Noto Sans JP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JP"/>
              </a:rPr>
              <a:t>日程調整（Zoom）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5371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ご都合の良い日時をご選択ください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73152" cy="10972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Noto Sans JP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JP"/>
              </a:rPr>
              <a:t>当日、オンラインで面談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881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約60分 / 完全無料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Noto Sans JP"/>
              </a:rPr>
              <a:t>▼ 今すぐ申し込む 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Noto Sans JP"/>
              </a:rP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Q. 不動産投資の知識がまったくありません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A. 全く問題ありません。物件選びから購入・入居・売却まですべてサポートします。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11247120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Q. 自己資金がほとんどゼロです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A. まずMNPで資金を作るのがこのプログラムの出発点。ゼロからスタートできます。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00984"/>
            <a:ext cx="11247120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74136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Q. 田舎の物件なんて借り手がいるの？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764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A. います。相場の半値で貸せばすぐ決まります。事例で証明済み。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34256"/>
            <a:ext cx="11247120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Q. 怪しくないですか？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974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A. 税理士（富岡）が実名・顔出し。国家資格保持者が詐欺をやれば資格剥奪です。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67527"/>
            <a:ext cx="11247120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79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C3F7"/>
                </a:solidFill>
                <a:latin typeface="Noto Sans JP"/>
              </a:rPr>
              <a:t>Q. 損するリスクは？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4301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Noto Sans JP"/>
              </a:rPr>
              <a:t>A. 激安取得だから最悪でも「少し上乗せ売却」で損切り可能。数千万投資とは次元が違います。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JP"/>
              </a:rPr>
              <a:t>1年後——あなたはどうなっていたいですか？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25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212080" cy="31089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212080" cy="7315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555"/>
                </a:solidFill>
                <a:latin typeface="Noto Sans JP"/>
              </a:rPr>
              <a:t>何もしなかった場合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• 今と同じ給料・今と同じ不安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• 「いつかやろう」と思い続ける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• AIに仕事を奪われるリスク増大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Noto Sans JP"/>
              </a:rPr>
              <a:t>• 老後・年金への不安が続く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Noto Sans JP"/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25880"/>
            <a:ext cx="5212080" cy="310896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25880"/>
            <a:ext cx="521208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Noto Sans JP"/>
              </a:rPr>
              <a:t>一歩踏み出した場合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毎月3万円〜の家賃収入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60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不動産という「実物資産」を保有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AI時代も揺るがない資産基盤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657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Noto Sans JP"/>
              </a:rPr>
              <a:t>✓ 「動いてよかった」という実感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338560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  <a:latin typeface="Noto Sans JP"/>
              </a:rPr>
              <a:t>P.S. 私（富岡）は一度すべてを失いました。それでも激安不動産投資で這い上がれた。
正しい方法と正しいサポートがあれば、誰にでもチャンスがある——それを証明するために活動しています。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722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9A84C"/>
                </a:solidFill>
                <a:latin typeface="Noto Sans JP"/>
              </a:rPr>
              <a:t>富岡信成 × 池田宜史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